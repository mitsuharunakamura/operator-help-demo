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4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FF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OPERATOR-HELP-DEMO / TECHNICAL DECK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次に会話すべきリスト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FF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自動検知フロー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0972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F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Twilio Conversation Intelligence × WebSocket × React による発話評価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医療系人材コールセンター向け Operator Assist Demo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 — 6 ステップで自動判定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 → 判定 → UI 反映まで、Twilio と我々のコードの分担を可視化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31673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69164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通話音声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Voice → Twilio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4228" y="2212848"/>
            <a:ext cx="54864" cy="146304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92808" y="1554480"/>
            <a:ext cx="131673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22576" y="169164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92808" y="22402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キャプチャ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92808" y="25603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14116" y="2212848"/>
            <a:ext cx="54864" cy="146304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82696" y="1554480"/>
            <a:ext cx="131673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169164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82696" y="22402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判定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82696" y="25603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talklist_check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04004" y="2212848"/>
            <a:ext cx="54864" cy="146304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2584" y="1554480"/>
            <a:ext cx="131673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02352" y="16916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72584" y="22402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72584" y="25603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 /ci/rule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93892" y="2212848"/>
            <a:ext cx="54864" cy="146304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62472" y="1554480"/>
            <a:ext cx="131673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16916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62472" y="22402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62472" y="25603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verdict event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83780" y="2212848"/>
            <a:ext cx="54864" cy="146304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1554480"/>
            <a:ext cx="131673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82128" y="16916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52360" y="22402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 更新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52360" y="25603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再レンダ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365760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Twilio 側 (Orchestrator + Intelligence)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0" y="365760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我々のコード (backend / frontend)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発話ごとに判定 → 準リアルタイムに 9 項目 (挨拶 / 本人確認 / 資格 / 経験 / 勤務地 / 雇用形態 / 夜勤 / 時給 / 次アクション) が自動更新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Operator-help-demo / 2 of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Operator の定義 (Twilio Intelligence)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項目それぞれ done / evidence を返す LLM operator を登録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40233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PROMPT (LLM 指示文)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あなたはコールセンターの通話品質評価器です。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以下のトークリスト項目それぞれについて、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オペレータが達成したかどうかを判定してください。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greeting: 挨拶と自己紹介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confirm_identity: 本人確認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confirm_license: 保有資格の確認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confirm_experience: 経験年数の確認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ask_preferred_location: 希望勤務地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ask_employment_type: 希望雇用形態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ask_night_shift: 夜勤可否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ask_wage: 希望時給/年収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propose_next_step: 次のステップ提案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各キーに { done: boolean, evidence: string|null }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を返してください。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402336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outputSchema (OpenAI strict JSON)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"greeting":         {…item…},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"confirm_identity": {…item…},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"confirm_license":  {…item…},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"confirm_experience": {…item…},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"ask_preferred_location": {…item…},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"ask_employment_type":    {…item…},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"ask_night_shift":        {…item…},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"ask_wage":               {…item…},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"propose_next_step":      {…item…}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 /* 全 9 項目 */ ],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"additionalProperties": false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= { done: boolean, evidence: string|null 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登録先: POST intelligence.twilio.com/v3/ControlPlane/Operators — setup-ci.ts が冪等に作成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Operator-help-demo / 3 of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Rule で「いつ判定するか」を定義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発話ごとに operator を実行して webhook 送信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73152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TRIGGER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"COMMUNICATION"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every: 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27148" y="2011680"/>
            <a:ext cx="146304" cy="182880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4630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463040"/>
            <a:ext cx="73152" cy="12801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caller_profile_extract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talklist_check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75988" y="2011680"/>
            <a:ext cx="146304" cy="182880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4630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6304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"WEBHOOK"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method: "POST"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4828" y="2011680"/>
            <a:ext cx="146304" cy="182880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4630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463040"/>
            <a:ext cx="73152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/twilio/ci/rule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(our backend)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017520"/>
            <a:ext cx="81381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backend/scripts/setup-ci.ts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operators: [ { id: TALKLIST_OP }, { id: PROFILE_OP }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triggers: [ { on: "COMMUNICATION", every: 3 }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actions: [ { type: "WEBHOOK", method: "POST",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url: `${base}/twilio/ci/rule` }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709160"/>
            <a:ext cx="8138160" cy="320040"/>
          </a:xfrm>
          <a:prstGeom prst="roundRect">
            <a:avLst>
              <a:gd name="adj" fmla="val 22857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毎発話ではなく 3 発話ごと → LLM コスト圧縮しつつ 5〜15 秒間隔で UI 更新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Operator-help-demo / 4 of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Backend — Webhook 受信 → WebSocket 中継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Twilio の operator 出力を 9 項目 verdict に整形し、該当エージェントの WS に配信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200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32004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Twilio → 我々の /twilio/ci/rule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"conversationId": "conv_...",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"operatorResults":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"operator":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"displayName":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"talklist_check"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"outputFormat": "JSON",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"result":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"greeting":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"done":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"evidence": "..."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94760" y="2880360"/>
            <a:ext cx="201168" cy="256032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463040"/>
            <a:ext cx="4480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463040"/>
            <a:ext cx="448056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4630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services/ciWebhook.ts — emitTalklistVerdict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187452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emitTalklistVerdict(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callSid, data, tpl,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items = tpl.map((t)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v = data[t.id];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 &amp;&amp; "done" in v)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itemId: t.id,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done:     !!v.done,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evidence: v.evidence,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itemId: t.id, done: false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pushToCall(callSid,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"verdict",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payload: { kind: "talklist", items, ...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conversationId は participants の phone 番号で該当 callSession を特定 (liveHub.findCallForConversation)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Operator-help-demo / 5 of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Frontend — Zustand が状態更新 → React が再レンダ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 verdict → store → UI までノー同期・自動反映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73152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api/live.ts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WS dispatcher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"verdict":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(kind === "talklist")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store.applyTalklist(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evt.payload.items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82112" y="2395728"/>
            <a:ext cx="128016" cy="146304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63040"/>
            <a:ext cx="73152" cy="2011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store/useCallStore.ts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029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Zustand state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applyTalklist: (items)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map = { ...get().talklist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it of items)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map[it.itemId] = it;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set({ talklist: map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25312" y="2395728"/>
            <a:ext cx="128016" cy="146304"/>
          </a:xfrm>
          <a:prstGeom prst="rtTriangl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1463040"/>
            <a:ext cx="73152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components/TalklistPanel.tsx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029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再レンダ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items = useCallStore(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(s) =&gt; s.talklist);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該当項目に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done = items[it.id]?.done;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794760"/>
            <a:ext cx="8138160" cy="868680"/>
          </a:xfrm>
          <a:prstGeom prst="rect">
            <a:avLst/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 上での表示例: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206240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062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挨拶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517904" y="4206240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17904" y="42062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本人確認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95728" y="4206240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95728" y="42062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資格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73552" y="4206240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42062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経験年数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51376" y="4206240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51376" y="42062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希望勤務地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0" y="4206240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42062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雇用形態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07024" y="4206240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07024" y="42062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夜勤可否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84848" y="4206240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4848" y="42062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希望時給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662672" y="4206240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62672" y="42062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次アクション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Operator-help-demo / 6 of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特徴と拡張性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この構成でなぜ強いか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は Twilio 側で完結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OpenAI / Anthropic 等の外部 API キーを我々のバックエンドで管理する必要なし。判定精度もモデルも Twilio 側でメンテされる。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6916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項目変更は 1 箇所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TALKLIST_ITEM_IDS + prompt を setup-ci.ts で編集し npm run setup:ci を再実行するだけ。frontend の talklist.template.json と同期させれば完了。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E749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準リアルタイム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発話ごとに Rule 発火 → LLM 推論 → Webhook → WebSocket。人間が話し終わってから 5〜15 秒で UI 反映。ノーポーリング。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8138160" cy="6858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オペレータが「次に何を聞くべきか」を、通話しながら AI が可視化する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Operator-help-demo / 7 of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次に会話すべきリスト 自動検知フロー</dc:title>
  <dc:subject>PptxGenJS Presentation</dc:subject>
  <dc:creator>Operator Help Demo</dc:creator>
  <cp:lastModifiedBy>Operator Help Demo</cp:lastModifiedBy>
  <cp:revision>1</cp:revision>
  <dcterms:created xsi:type="dcterms:W3CDTF">2026-09-07T05:44:16Z</dcterms:created>
  <dcterms:modified xsi:type="dcterms:W3CDTF">2026-09-07T05:44:16Z</dcterms:modified>
</cp:coreProperties>
</file>